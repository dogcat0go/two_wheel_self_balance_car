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两轮自平衡车 · 软件分层框架总览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02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3C5FD"/>
                </a:solidFill>
                <a:latin typeface="Microsoft YaHei"/>
                <a:ea typeface="Microsoft YaHei"/>
              </a:rPr>
              <a:t>SLAM / Nav2（上层）  →  /cmd_vel 接缝  →  本仓库运动与平衡底层（你改动的重点）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6583680" cy="713232"/>
          </a:xfrm>
          <a:prstGeom prst="roundRect">
            <a:avLst>
              <a:gd name="adj" fmla="val 8000"/>
            </a:avLst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任务 / 应用层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多点巡航 · 任务编排 · 业务逻辑</a:t>
            </a:r>
          </a:p>
        </p:txBody>
      </p:sp>
      <p:sp>
        <p:nvSpPr>
          <p:cNvPr id="8" name="Down Arrow 7"/>
          <p:cNvSpPr/>
          <p:nvPr/>
        </p:nvSpPr>
        <p:spPr>
          <a:xfrm>
            <a:off x="3429000" y="1865376"/>
            <a:ext cx="164592" cy="82296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947672"/>
            <a:ext cx="6583680" cy="71323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Nav2 导航规划层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BT Navigator · Planner · Controller · Costmap · Recovery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429000" y="2670048"/>
            <a:ext cx="164592" cy="82296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2752344"/>
            <a:ext cx="6583680" cy="713232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SLAM 感知建图层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激光/视觉建图 · 定位 · map↔odom TF · /map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29000" y="3474720"/>
            <a:ext cx="164592" cy="82296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3557016"/>
            <a:ext cx="6583680" cy="713232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运动接口  /cmd_vel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geometry_msgs/Twist{v, ω}  —— 行业标准接缝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429000" y="4279392"/>
            <a:ext cx="164592" cy="82296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" y="4361688"/>
            <a:ext cx="6583680" cy="713232"/>
          </a:xfrm>
          <a:prstGeom prst="roundRect">
            <a:avLst>
              <a:gd name="adj" fmla="val 8000"/>
            </a:avLst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★ 本仓库重点：运动与平衡底层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MotionAdapter · Position/Velocity · Yaw(+航向保持) · Mixer · 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361688"/>
            <a:ext cx="109728" cy="713232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3429000" y="5084064"/>
            <a:ext cx="164592" cy="82296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5166360"/>
            <a:ext cx="6583680" cy="713232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驱动与仿真层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E2E8F0"/>
                </a:solidFill>
                <a:latin typeface="Microsoft YaHei"/>
                <a:ea typeface="Microsoft YaHei"/>
              </a:rPr>
              <a:t>ros2_control · Gazebo · IMU · 轮关节力矩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143000"/>
            <a:ext cx="4617720" cy="4892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1234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本仓库内部数据流（面试重点）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1691640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/cmd_vel  Twist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326880" y="2267712"/>
            <a:ext cx="146304" cy="7315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06640" y="2350008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MotionCommandAdapter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E2E8F0"/>
                </a:solidFill>
                <a:latin typeface="Microsoft YaHei"/>
                <a:ea typeface="Microsoft YaHei"/>
              </a:rPr>
              <a:t>限幅 · 换算 · 超时归零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326880" y="2926080"/>
            <a:ext cx="146304" cy="7315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3008376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Position/VelocityLoop  |  YawLoop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E2E8F0"/>
                </a:solidFill>
                <a:latin typeface="Microsoft YaHei"/>
                <a:ea typeface="Microsoft YaHei"/>
              </a:rPr>
              <a:t>速度/位置通道          转向+航向保持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9326880" y="3584448"/>
            <a:ext cx="146304" cy="7315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06640" y="3666744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balance_τ  +  turn_τ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9326880" y="4242816"/>
            <a:ext cx="146304" cy="7315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06640" y="4325112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WheelMixer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E2E8F0"/>
                </a:solidFill>
                <a:latin typeface="Microsoft YaHei"/>
                <a:ea typeface="Microsoft YaHei"/>
              </a:rPr>
              <a:t>L = bal − turn    R = bal + turn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9326880" y="4901184"/>
            <a:ext cx="146304" cy="73152"/>
          </a:xfrm>
          <a:prstGeom prst="down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06640" y="4983480"/>
            <a:ext cx="4206240" cy="566928"/>
          </a:xfrm>
          <a:prstGeom prst="roundRect">
            <a:avLst>
              <a:gd name="adj" fmla="val 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SafetyLimiter → 左右轮力矩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6263640"/>
            <a:ext cx="11430000" cy="41148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875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E40AF"/>
                </a:solidFill>
                <a:latin typeface="Microsoft YaHei"/>
                <a:ea typeface="Microsoft YaHei"/>
              </a:rPr>
              <a:t>说明：本仓库已完成橙色「运动接口」与红色「平衡底层」；SLAM / Nav2 为上层扩展，通过 /cmd_vel 无缝对接。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