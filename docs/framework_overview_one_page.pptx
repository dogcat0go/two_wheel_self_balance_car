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  <a:ea typeface="Microsoft YaHei"/>
              </a:rPr>
              <a:t>二轮差速车 · 框架调用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主要收获：熟悉这里各层怎么串起来调用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234440"/>
            <a:ext cx="4023360" cy="658368"/>
          </a:xfrm>
          <a:prstGeom prst="roundRect">
            <a:avLst>
              <a:gd name="adj" fmla="val 12000"/>
            </a:avLst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SLAM / Nav2</a:t>
            </a:r>
          </a:p>
        </p:txBody>
      </p:sp>
      <p:sp>
        <p:nvSpPr>
          <p:cNvPr id="6" name="Down Arrow 5"/>
          <p:cNvSpPr/>
          <p:nvPr/>
        </p:nvSpPr>
        <p:spPr>
          <a:xfrm>
            <a:off x="3739896" y="1938528"/>
            <a:ext cx="201168" cy="237744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28800" y="2240280"/>
            <a:ext cx="4023360" cy="658368"/>
          </a:xfrm>
          <a:prstGeom prst="roundRect">
            <a:avLst>
              <a:gd name="adj" fmla="val 12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/cmd_vel</a:t>
            </a:r>
          </a:p>
        </p:txBody>
      </p:sp>
      <p:sp>
        <p:nvSpPr>
          <p:cNvPr id="8" name="Down Arrow 7"/>
          <p:cNvSpPr/>
          <p:nvPr/>
        </p:nvSpPr>
        <p:spPr>
          <a:xfrm>
            <a:off x="3739896" y="2944368"/>
            <a:ext cx="201168" cy="237744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28800" y="3246120"/>
            <a:ext cx="4023360" cy="658368"/>
          </a:xfrm>
          <a:prstGeom prst="roundRect">
            <a:avLst>
              <a:gd name="adj" fmla="val 12000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底盘控制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739896" y="3950208"/>
            <a:ext cx="201168" cy="237744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28800" y="4251960"/>
            <a:ext cx="4023360" cy="658368"/>
          </a:xfrm>
          <a:prstGeom prst="roundRect">
            <a:avLst>
              <a:gd name="adj" fmla="val 12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驱动 / 仿真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42316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B45309"/>
                </a:solidFill>
                <a:latin typeface="Microsoft YaHei"/>
                <a:ea typeface="Microsoft YaHei"/>
              </a:rPr>
              <a:t>← 调用接口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08760.0" y="1234440"/>
            <a:ext cx="0.0" cy="3675888"/>
          </a:xfrm>
          <a:prstGeom prst="line">
            <a:avLst/>
          </a:prstGeom>
          <a:ln w="254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508760.0" y="1234440"/>
            <a:ext cx="228600.0" cy="0"/>
          </a:xfrm>
          <a:prstGeom prst="line">
            <a:avLst/>
          </a:prstGeom>
          <a:ln w="254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508760.0" y="4910328"/>
            <a:ext cx="228600.0" cy="0"/>
          </a:xfrm>
          <a:prstGeom prst="line">
            <a:avLst/>
          </a:prstGeom>
          <a:ln w="254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28600" y="274320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475569"/>
                </a:solidFill>
                <a:latin typeface="Microsoft YaHei"/>
                <a:ea typeface="Microsoft YaHei"/>
              </a:rPr>
              <a:t>熟悉调用链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123444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时间同步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1737360"/>
            <a:ext cx="393192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E40AF"/>
                </a:solidFill>
                <a:latin typeface="Microsoft YaHei"/>
                <a:ea typeface="Microsoft YaHei"/>
              </a:rPr>
              <a:t>Gazebo  /clock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9454896" y="2606040"/>
            <a:ext cx="201168" cy="256032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89520" y="297180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40AF"/>
                </a:solidFill>
                <a:latin typeface="Microsoft YaHei"/>
                <a:ea typeface="Microsoft YaHei"/>
              </a:rPr>
              <a:t>use_sim_time
= true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97180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9A3412"/>
                </a:solidFill>
                <a:latin typeface="Microsoft YaHei"/>
                <a:ea typeface="Microsoft YaHei"/>
              </a:rPr>
              <a:t>use_sim_time
= false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41148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</a:rPr>
              <a:t>跟仿真钟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41148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</a:rPr>
              <a:t>跟墙钟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4572000"/>
            <a:ext cx="3931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</a:rPr>
              <a:t>调用时要选对时间源，
否则节点频率对不上。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126480"/>
            <a:ext cx="11247120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75569"/>
                </a:solidFill>
                <a:latin typeface="Microsoft YaHei"/>
                <a:ea typeface="Microsoft YaHei"/>
              </a:rPr>
              <a:t>重点不是改了多少，而是搞清：谁调用谁、经哪条接口、时钟怎么对齐。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