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二轮差速车 · 框架调用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Microsoft YaHei"/>
                <a:ea typeface="Microsoft YaHei"/>
              </a:rPr>
              <a:t>主要收获：熟悉这里各层怎么串起来调用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17950" y="1417320"/>
            <a:ext cx="4754880" cy="777240"/>
          </a:xfrm>
          <a:prstGeom prst="roundRect">
            <a:avLst>
              <a:gd name="adj" fmla="val 12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SLAM / Nav2</a:t>
            </a:r>
          </a:p>
        </p:txBody>
      </p:sp>
      <p:sp>
        <p:nvSpPr>
          <p:cNvPr id="6" name="Down Arrow 5"/>
          <p:cNvSpPr/>
          <p:nvPr/>
        </p:nvSpPr>
        <p:spPr>
          <a:xfrm>
            <a:off x="5985662" y="2240280"/>
            <a:ext cx="219456" cy="27432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17950" y="2578608"/>
            <a:ext cx="4754880" cy="777240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/cmd_vel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85662" y="3401568"/>
            <a:ext cx="219456" cy="27432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17950" y="3739896"/>
            <a:ext cx="4754880" cy="777240"/>
          </a:xfrm>
          <a:prstGeom prst="roundRect">
            <a:avLst>
              <a:gd name="adj" fmla="val 12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底盘控制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85662" y="4562856"/>
            <a:ext cx="219456" cy="27432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17950" y="4901184"/>
            <a:ext cx="4754880" cy="777240"/>
          </a:xfrm>
          <a:prstGeom prst="roundRect">
            <a:avLst>
              <a:gd name="adj" fmla="val 12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驱动 / 仿真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1430" y="280720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B45309"/>
                </a:solidFill>
                <a:latin typeface="Microsoft YaHei"/>
                <a:ea typeface="Microsoft YaHei"/>
              </a:rPr>
              <a:t>← 调用接口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52190.0" y="1417320"/>
            <a:ext cx="0.0" cy="4261104"/>
          </a:xfrm>
          <a:prstGeom prst="line">
            <a:avLst/>
          </a:prstGeom>
          <a:ln w="317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352190.0" y="1417320"/>
            <a:ext cx="256032.0" cy="0"/>
          </a:xfrm>
          <a:prstGeom prst="line">
            <a:avLst/>
          </a:prstGeom>
          <a:ln w="317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352190.0" y="5678424"/>
            <a:ext cx="256032.0" cy="0"/>
          </a:xfrm>
          <a:prstGeom prst="line">
            <a:avLst/>
          </a:prstGeom>
          <a:ln w="317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341071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475569"/>
                </a:solidFill>
                <a:latin typeface="Microsoft YaHei"/>
                <a:ea typeface="Microsoft YaHei"/>
              </a:rPr>
              <a:t>熟悉调用链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75569"/>
                </a:solidFill>
                <a:latin typeface="Microsoft YaHei"/>
                <a:ea typeface="Microsoft YaHei"/>
              </a:rPr>
              <a:t>搞清：谁调用谁、经哪条接口。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